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0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6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5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4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69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9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9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1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7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2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16D9C-4D83-4D4F-BDD9-AD96C6A89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5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0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2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0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3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6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3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 екран</PresentationFormat>
  <Paragraphs>0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на Office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PC</dc:creator>
  <cp:lastModifiedBy>PC</cp:lastModifiedBy>
  <cp:revision>1</cp:revision>
  <dcterms:created xsi:type="dcterms:W3CDTF">2025-12-07T14:17:37Z</dcterms:created>
  <dcterms:modified xsi:type="dcterms:W3CDTF">2025-12-07T14:19:06Z</dcterms:modified>
</cp:coreProperties>
</file>